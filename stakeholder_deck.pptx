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Translation Portal for Credit Unions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Faster, clearer service for every member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Members who don’t speak English fluently face delays and frustration</a:t>
            </a:r>
          </a:p>
          <a:p>
            <a:pPr/>
            <a:r>
              <a:t>Staff struggle without on-demand interpreters</a:t>
            </a:r>
          </a:p>
          <a:p>
            <a:pPr/>
            <a:r>
              <a:t>Miscommunication risks errors, rework, and lost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(Simple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 app for staff — talk in any language, see/hear instant translations</a:t>
            </a:r>
          </a:p>
          <a:p>
            <a:pPr/>
            <a:r>
              <a:t>Auto-fill key form fields from the conversation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(Non-technical)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Select language and click Start</a:t>
            </a:r>
          </a:p>
          <a:p>
            <a:pPr/>
            <a:r>
              <a:t>Speech → text → translation → optional voice playback</a:t>
            </a:r>
          </a:p>
          <a:p>
            <a:pPr/>
            <a:r>
              <a:t>Summarize key details and fill the form; staff confirms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 (Plain English)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Secure cloud services handle the heavy lifting</a:t>
            </a:r>
          </a:p>
          <a:p>
            <a:pPr/>
            <a:r>
              <a:t>Live audio streaming for instant processing</a:t>
            </a:r>
          </a:p>
          <a:p>
            <a:pPr/>
            <a:r>
              <a:t>Trusted AI for speech, translation, voice, summary &amp; mood</a:t>
            </a:r>
          </a:p>
          <a:p>
            <a:pPr/>
            <a:r>
              <a:t>Auto-scales as usage grows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Behind the Scenes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fast web app</a:t>
            </a:r>
          </a:p>
          <a:p>
            <a:pPr/>
            <a:r>
              <a:t>Backend: receives audio, returns translations</a:t>
            </a:r>
          </a:p>
          <a:p>
            <a:pPr/>
            <a:r>
              <a:t>Real-time connection keeps conversations smooth</a:t>
            </a:r>
          </a:p>
          <a:p>
            <a:pPr/>
            <a:r>
              <a:t>Logging and safety checks for reliability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Today: fast cache for live sessions, minimal data stored</a:t>
            </a:r>
          </a:p>
          <a:p>
            <a:pPr/>
            <a:r>
              <a:t>Next: Postgres for durable records &amp; analytics, role-based access</a:t>
            </a:r>
          </a:p>
          <a:p>
            <a:pPr/>
            <a:r>
              <a:t>Privacy-first: keep only what we need, as long as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(Speed You Can Feel)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caption: under a second</a:t>
            </a:r>
          </a:p>
          <a:p>
            <a:pPr/>
            <a:r>
              <a:t>Full translation: ~1–2 seconds</a:t>
            </a:r>
          </a:p>
          <a:p>
            <a:pPr/>
            <a:r>
              <a:t>Voice playback starts quickly</a:t>
            </a:r>
          </a:p>
          <a:p>
            <a:pPr/>
            <a:r>
              <a:t>Streaming + parallel steps keep it fast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Encrypted end-to-end; keys outside the app code</a:t>
            </a:r>
          </a:p>
          <a:p>
            <a:pPr/>
            <a:r>
              <a:t>Only approved websites can connect</a:t>
            </a:r>
          </a:p>
          <a:p>
            <a:pPr/>
            <a:r>
              <a:t>Auto-scaling for busy times; clear logs for audits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(What Drives Cost)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Variable: minutes of audio, amount of text, characters spoken</a:t>
            </a:r>
          </a:p>
          <a:p>
            <a:pPr/>
            <a:r>
              <a:t>Fixed/low-variable: hosting, caching</a:t>
            </a:r>
          </a:p>
          <a:p>
            <a:pPr/>
            <a:r>
              <a:t>You pay more only when more members use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Scenarios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 conversation (4 min avg): $0.12–$0.70 depending on length</a:t>
            </a:r>
          </a:p>
          <a:p>
            <a:pPr/>
            <a:r>
              <a:t>Annual examples: 12k ($4.5k–$10k), 60k ($15k–$31k), 120k ($28k–$58k)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to Members &amp;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Members feel heard; faster service</a:t>
            </a:r>
          </a:p>
          <a:p>
            <a:pPr/>
            <a:r>
              <a:t>Fewer errors, clearer records</a:t>
            </a:r>
          </a:p>
          <a:p>
            <a:pPr/>
            <a:r>
              <a:t>Consistent quality across branches and hours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 Plan (Pilot First)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4–6 week pilot in select branches</a:t>
            </a:r>
          </a:p>
          <a:p>
            <a:pPr/>
            <a:r>
              <a:t>Success: handle time, satisfaction, error reduction</a:t>
            </a:r>
          </a:p>
          <a:p>
            <a:pPr/>
            <a:r>
              <a:t>Train champions, gather feedback, tune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(Simple)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Consent for language assistance</a:t>
            </a:r>
          </a:p>
          <a:p>
            <a:pPr/>
            <a:r>
              <a:t>Minimal data retention; access by role</a:t>
            </a:r>
          </a:p>
          <a:p>
            <a:pPr/>
            <a:r>
              <a:t>Audit logs; align to your policies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Approve a pilot with a small set of users</a:t>
            </a:r>
          </a:p>
          <a:p>
            <a:pPr/>
            <a:r>
              <a:t>Set success targets; review cadence</a:t>
            </a:r>
          </a:p>
          <a:p>
            <a:pPr/>
            <a:r>
              <a:t>Align on rollout &amp; budget bands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